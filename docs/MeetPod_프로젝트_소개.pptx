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80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718842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200" b="1" dirty="0" err="1">
                <a:solidFill>
                  <a:srgbClr val="FFFFFF"/>
                </a:solidFill>
                <a:latin typeface="맑은 고딕"/>
              </a:rPr>
              <a:t>MeetPod</a:t>
            </a:r>
            <a:endParaRPr sz="72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>
                <a:solidFill>
                  <a:srgbClr val="F1F5F9"/>
                </a:solidFill>
                <a:latin typeface="맑은 고딕"/>
              </a:rPr>
              <a:t>친구들의 약속을 더 쉽게 — 위치 공유 · 채팅 · 스케줄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맑은 고딕"/>
              </a:rPr>
              <a:t>프로젝트 소개  ·  2026.05.02  ·  CPKWorks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한 줄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맑은 고딕"/>
              </a:rPr>
              <a:t>MeetPod is 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9418320" cy="2560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2286000"/>
            <a:ext cx="137160" cy="25603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265176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맑은 고딕"/>
              </a:rPr>
              <a:t>친구들끼리 약속을 잡고,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>
                <a:solidFill>
                  <a:srgbClr val="1F2937"/>
                </a:solidFill>
                <a:latin typeface="맑은 고딕"/>
              </a:rPr>
              <a:t>약속 시간 동안 서로의 위치를 안전하게 공유하며,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84048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0">
                <a:solidFill>
                  <a:srgbClr val="1F2937"/>
                </a:solidFill>
                <a:latin typeface="맑은 고딕"/>
              </a:rPr>
              <a:t>그룹·약속별 채팅으로 모임을 더 쉽게 만드는 앱.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21208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맑은 고딕"/>
              </a:rPr>
              <a:t>PickPod(부모-자녀 픽업)와 같은 워크스페이스, 다른 사용자층 — 친구 간 평등 관계와 프라이버시 친화적 위치 공유가 핵심.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MeetPod — 친구들의 약속을 더 쉽게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왜 만드는가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맑은 고딕"/>
              </a:rPr>
              <a:t>친구 약속에서 반복되는 불편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39496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9728" cy="2194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0">
                <a:solidFill>
                  <a:srgbClr val="1F2937"/>
                </a:solidFill>
                <a:latin typeface="맑은 고딕"/>
              </a:rPr>
              <a:t>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2880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맑은 고딕"/>
              </a:rPr>
              <a:t>어디야?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468880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맑은 고딕"/>
              </a:rPr>
              <a:t>약속 시간 다가오면 카톡·전화로 위치 묻기 반복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539496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109728" cy="2194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173736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0">
                <a:solidFill>
                  <a:srgbClr val="1F2937"/>
                </a:solidFill>
                <a:latin typeface="맑은 고딕"/>
              </a:rPr>
              <a:t>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82880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맑은 고딕"/>
              </a:rPr>
              <a:t>언제 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468880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맑은 고딕"/>
              </a:rPr>
              <a:t>지각 여부·도착 예상 시각이 불투명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539496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109728" cy="2194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20624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0">
                <a:solidFill>
                  <a:srgbClr val="1F2937"/>
                </a:solidFill>
                <a:latin typeface="맑은 고딕"/>
              </a:rPr>
              <a:t>🍽️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29768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맑은 고딕"/>
              </a:rPr>
              <a:t>어디서 만나지?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937760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맑은 고딕"/>
              </a:rPr>
              <a:t>장소 공유는 캡처·링크 복붙으로 산만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931920"/>
            <a:ext cx="539496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0" y="3931920"/>
            <a:ext cx="109728" cy="2194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420624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0">
                <a:solidFill>
                  <a:srgbClr val="1F2937"/>
                </a:solidFill>
                <a:latin typeface="맑은 고딕"/>
              </a:rPr>
              <a:t>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29768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맑은 고딕"/>
              </a:rPr>
              <a:t>대화가 흩어짐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937760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맑은 고딕"/>
              </a:rPr>
              <a:t>약속별 대화가 단톡방에 섞여 정보 추적 어려움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MeetPod — 친구들의 약속을 더 쉽게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MeetPod의 해결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맑은 고딕"/>
              </a:rPr>
              <a:t>약속 = 일정 + 위치 + 채팅, 한 곳에서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39496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9728" cy="2194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0">
                <a:solidFill>
                  <a:srgbClr val="1F2937"/>
                </a:solidFill>
                <a:latin typeface="맑은 고딕"/>
              </a:rPr>
              <a:t>🗓️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2880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맑은 고딕"/>
              </a:rPr>
              <a:t>약속 중심 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468880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맑은 고딕"/>
              </a:rPr>
              <a:t>그룹 또는 1회성 약속을 만들면 일정·장소·참여자가 한 번에 정리됨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539496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109728" cy="2194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173736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0">
                <a:solidFill>
                  <a:srgbClr val="1F2937"/>
                </a:solidFill>
                <a:latin typeface="맑은 고딕"/>
              </a:rPr>
              <a:t>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82880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맑은 고딕"/>
              </a:rPr>
              <a:t>스마트 위치 공유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468880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맑은 고딕"/>
              </a:rPr>
              <a:t>기본 20분 전 자동 시작, 종료 시 자동 OFF — 사용자가 끄는 걸 잊을 일 없음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539496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109728" cy="2194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20624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0">
                <a:solidFill>
                  <a:srgbClr val="1F2937"/>
                </a:solidFill>
                <a:latin typeface="맑은 고딕"/>
              </a:rPr>
              <a:t>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29768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맑은 고딕"/>
              </a:rPr>
              <a:t>약속별 채팅방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937760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맑은 고딕"/>
              </a:rPr>
              <a:t>텍스트·이미지·장소(Google Maps) 카드를 약속 단위로 정리, 끝나면 아카이브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931920"/>
            <a:ext cx="539496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0" y="3931920"/>
            <a:ext cx="109728" cy="2194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420624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0">
                <a:solidFill>
                  <a:srgbClr val="1F2937"/>
                </a:solidFill>
                <a:latin typeface="맑은 고딕"/>
              </a:rPr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29768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맑은 고딕"/>
              </a:rPr>
              <a:t>프라이버시 친화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937760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맑은 고딕"/>
              </a:rPr>
              <a:t>친구 추가는 초대 링크/QR로만, 위치는 약속 참여자에게만, 핑은 24시간 후 자동 삭제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MeetPod — 친구들의 약속을 더 쉽게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주요 기능 (MVP)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맑은 고딕"/>
              </a:rPr>
              <a:t>최소 기능으로 빠르게, 군더더기 없이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286000" cy="64008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로그인 / 가입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2286000" cy="3931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920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100">
                <a:solidFill>
                  <a:srgbClr val="1F2937"/>
                </a:solidFill>
                <a:latin typeface="맑은 고딕"/>
              </a:rPr>
              <a:t>•  Google · Apple · Kakao 소셜 로그인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1F2937"/>
                </a:solidFill>
                <a:latin typeface="맑은 고딕"/>
              </a:rPr>
              <a:t>•  @핸들 1회 설정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1F2937"/>
                </a:solidFill>
                <a:latin typeface="맑은 고딕"/>
              </a:rPr>
              <a:t>•  Expo Push 알림 토큰 등록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371600"/>
            <a:ext cx="2286000" cy="64008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153619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친구 / 그룹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2011680"/>
            <a:ext cx="2286000" cy="3931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71800" y="2194560"/>
            <a:ext cx="1920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100">
                <a:solidFill>
                  <a:srgbClr val="1F2937"/>
                </a:solidFill>
                <a:latin typeface="맑은 고딕"/>
              </a:rPr>
              <a:t>•  초대 링크 또는 QR로만 친구 추가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1F2937"/>
                </a:solidFill>
                <a:latin typeface="맑은 고딕"/>
              </a:rPr>
              <a:t>•  그룹: 방장 + 관리자 위임 가능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1F2937"/>
                </a:solidFill>
                <a:latin typeface="맑은 고딕"/>
              </a:rPr>
              <a:t>•  멤버 초대·추방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371600"/>
            <a:ext cx="2286000" cy="64008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57800" y="153619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약속 (스케줄)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2011680"/>
            <a:ext cx="2286000" cy="3931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0" y="2194560"/>
            <a:ext cx="1920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100">
                <a:solidFill>
                  <a:srgbClr val="1F2937"/>
                </a:solidFill>
                <a:latin typeface="맑은 고딕"/>
              </a:rPr>
              <a:t>•  제목 · 일시 · 장소(지도) · 참여자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1F2937"/>
                </a:solidFill>
                <a:latin typeface="맑은 고딕"/>
              </a:rPr>
              <a:t>•  그룹 약속은 멤버 일괄 선택 + 빠질 사람 해제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1F2937"/>
                </a:solidFill>
                <a:latin typeface="맑은 고딕"/>
              </a:rPr>
              <a:t>•  사용자별 개인 알림 (예: 30분 전)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1371600"/>
            <a:ext cx="2286000" cy="64008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0" y="153619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위치 공유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2011680"/>
            <a:ext cx="2286000" cy="3931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35240" y="2194560"/>
            <a:ext cx="1920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100">
                <a:solidFill>
                  <a:srgbClr val="1F2937"/>
                </a:solidFill>
                <a:latin typeface="맑은 고딕"/>
              </a:rPr>
              <a:t>•  기본 20분 전 자동 ON, 종료 시 OFF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1F2937"/>
                </a:solidFill>
                <a:latin typeface="맑은 고딕"/>
              </a:rPr>
              <a:t>•  약속별 시작 시각 변경 가능 (10/20/30/60분)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1F2937"/>
                </a:solidFill>
                <a:latin typeface="맑은 고딕"/>
              </a:rPr>
              <a:t>•  약속 참여자만 지도에서 핀 확인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1371600"/>
            <a:ext cx="2286000" cy="64008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21240" y="153619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채팅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2011680"/>
            <a:ext cx="2286000" cy="39319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66960" y="2194560"/>
            <a:ext cx="1920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100">
                <a:solidFill>
                  <a:srgbClr val="1F2937"/>
                </a:solidFill>
                <a:latin typeface="맑은 고딕"/>
              </a:rPr>
              <a:t>•  그룹 상시 채팅방 + 약속별 채팅방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1F2937"/>
                </a:solidFill>
                <a:latin typeface="맑은 고딕"/>
              </a:rPr>
              <a:t>•  텍스트 · 이미지 · 장소 카드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1F2937"/>
                </a:solidFill>
                <a:latin typeface="맑은 고딕"/>
              </a:rPr>
              <a:t>•  약속 종료 시 채팅방 자동 아카이브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MeetPod — 친구들의 약속을 더 쉽게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PickPod와의 차이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맑은 고딕"/>
              </a:rPr>
              <a:t>같은 워크스페이스, 다른 사용자층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200400" cy="64008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0" y="1463040"/>
            <a:ext cx="3474720" cy="64008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0" y="1463040"/>
            <a:ext cx="4389120" cy="64008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2763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관점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2763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PickPod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1627632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MeetPod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103120"/>
            <a:ext cx="32004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0" y="2103120"/>
            <a:ext cx="3474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0" y="2103120"/>
            <a:ext cx="43891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2860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맑은 고딕"/>
              </a:rPr>
              <a:t>사용자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2860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맑은 고딕"/>
              </a:rPr>
              <a:t>부모 ↔ 자녀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2860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맑은 고딕"/>
              </a:rPr>
              <a:t>친구 ↔ 친구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743200"/>
            <a:ext cx="320040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14800" y="2743200"/>
            <a:ext cx="347472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0" y="2743200"/>
            <a:ext cx="438912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29260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맑은 고딕"/>
              </a:rPr>
              <a:t>관계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9260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맑은 고딕"/>
              </a:rPr>
              <a:t>보호 / 모니터링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29260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맑은 고딕"/>
              </a:rPr>
              <a:t>평등 / 동의 기반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383280"/>
            <a:ext cx="32004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14800" y="3383280"/>
            <a:ext cx="3474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0" y="3383280"/>
            <a:ext cx="43891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35661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맑은 고딕"/>
              </a:rPr>
              <a:t>위치 공유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5661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맑은 고딕"/>
              </a:rPr>
              <a:t>상시(픽업 시간대 중심)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56616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맑은 고딕"/>
              </a:rPr>
              <a:t>약속 시간에만 자동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023360"/>
            <a:ext cx="320040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114800" y="4023360"/>
            <a:ext cx="347472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772400" y="4023360"/>
            <a:ext cx="438912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2062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맑은 고딕"/>
              </a:rPr>
              <a:t>채팅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2062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맑은 고딕"/>
              </a:rPr>
              <a:t>필수 아님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42062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맑은 고딕"/>
              </a:rPr>
              <a:t>그룹·약속별 1급 기능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663440"/>
            <a:ext cx="32004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114800" y="4663440"/>
            <a:ext cx="3474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772400" y="4663440"/>
            <a:ext cx="43891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8463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맑은 고딕"/>
              </a:rPr>
              <a:t>친구 추가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48463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맑은 고딕"/>
              </a:rPr>
              <a:t>보호자가 자녀 등록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0" y="48463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맑은 고딕"/>
              </a:rPr>
              <a:t>초대 링크 / QR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5303520"/>
            <a:ext cx="320040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114800" y="5303520"/>
            <a:ext cx="347472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772400" y="5303520"/>
            <a:ext cx="438912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4400" y="54864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맑은 고딕"/>
              </a:rPr>
              <a:t>프라이버시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54864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맑은 고딕"/>
              </a:rPr>
              <a:t>보호자 권한 우선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0" y="54864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맑은 고딕"/>
              </a:rPr>
              <a:t>참여자 동의 우선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MeetPod — 친구들의 약속을 더 쉽게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기술 스택 &amp;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맑은 고딕"/>
              </a:rPr>
              <a:t>PickPod와 동일 컨벤션으로 빠른 개발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697480" cy="5486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Mobile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2697480" cy="1280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맑은 고딕"/>
              </a:rPr>
              <a:t>Expo + React Native
TypeScript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463040"/>
            <a:ext cx="2697480" cy="548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1581912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Backend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011680"/>
            <a:ext cx="2697480" cy="1280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9040" y="2240280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맑은 고딕"/>
              </a:rPr>
              <a:t>FastAPI
Python 3.12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463040"/>
            <a:ext cx="2697480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581912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DB / Auth / Realtime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011680"/>
            <a:ext cx="2697480" cy="1280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240280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맑은 고딕"/>
              </a:rPr>
              <a:t>Supabase
(Postgres · Auth · Storage)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463040"/>
            <a:ext cx="2697480" cy="54864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1581912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배포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2011680"/>
            <a:ext cx="2697480" cy="1280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0" y="2240280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맑은 고딕"/>
              </a:rPr>
              <a:t>Vercel (백엔드)
Expo EAS (모바일)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840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42A5C"/>
                </a:solidFill>
                <a:latin typeface="맑은 고딕"/>
              </a:rPr>
              <a:t>트래픽 분할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297680"/>
            <a:ext cx="3200400" cy="1828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4297680"/>
            <a:ext cx="3200400" cy="1828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46720" y="4297680"/>
            <a:ext cx="3383280" cy="1828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4348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42A5C"/>
                </a:solidFill>
                <a:latin typeface="맑은 고딕"/>
              </a:rPr>
              <a:t>Mobile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8463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F2937"/>
                </a:solidFill>
                <a:latin typeface="맑은 고딕"/>
              </a:rPr>
              <a:t>•  UI / 화면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1F2937"/>
                </a:solidFill>
                <a:latin typeface="맑은 고딕"/>
              </a:rPr>
              <a:t>•  위치 백그라운드 트래커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1F2937"/>
                </a:solidFill>
                <a:latin typeface="맑은 고딕"/>
              </a:rPr>
              <a:t>•  Realtime 구독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4348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42A5C"/>
                </a:solidFill>
                <a:latin typeface="맑은 고딕"/>
              </a:rPr>
              <a:t>FastAPI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8463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F2937"/>
                </a:solidFill>
                <a:latin typeface="맑은 고딕"/>
              </a:rPr>
              <a:t>•  권한 검증 · 비즈 로직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1F2937"/>
                </a:solidFill>
                <a:latin typeface="맑은 고딕"/>
              </a:rPr>
              <a:t>•  초대 코드 발급/소비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1F2937"/>
                </a:solidFill>
                <a:latin typeface="맑은 고딕"/>
              </a:rPr>
              <a:t>•  메시지 전송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4348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42A5C"/>
                </a:solidFill>
                <a:latin typeface="맑은 고딕"/>
              </a:rPr>
              <a:t>Supabase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8463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1F2937"/>
                </a:solidFill>
                <a:latin typeface="맑은 고딕"/>
              </a:rPr>
              <a:t>•  Postgres + RLS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1F2937"/>
                </a:solidFill>
                <a:latin typeface="맑은 고딕"/>
              </a:rPr>
              <a:t>•  Realtime (채팅 · 위치)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1F2937"/>
                </a:solidFill>
                <a:latin typeface="맑은 고딕"/>
              </a:rPr>
              <a:t>•  Storage (이미지)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MeetPod — 친구들의 약속을 더 쉽게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프라이버시 &amp; 보안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맑은 고딕"/>
              </a:rPr>
              <a:t>친구 사이 신뢰가 곧 제품 가치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3716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맑은 고딕"/>
              </a:rPr>
              <a:t>위치 공유는 약속 시간에만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약속 시작 N분 전(기본 20분) 자동 ON, 종료 시각에 자동 OFF. 상시 추적 없음.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13716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4231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맑은 고딕"/>
              </a:rPr>
              <a:t>위치 데이터 단명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위치 핑은 약속 종료 + 24시간 후 DB에서 자동 삭제 (pg_cron).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13716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4290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맑은 고딕"/>
              </a:rPr>
              <a:t>초대 기반 친구 관계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전체 사용자 검색 불가. 초대 링크 또는 QR로만 친구 추가 — 모르는 사람 노출 차단.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389120"/>
            <a:ext cx="13716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4348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맑은 고딕"/>
              </a:rPr>
              <a:t>Row Level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46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Supabase RLS 전면 적용. 그룹·약속·채팅·위치 모두 멤버/참여자만 접근 가능.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394960"/>
            <a:ext cx="13716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54406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맑은 고딕"/>
              </a:rPr>
              <a:t>소셜 로그인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8521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</a:rPr>
              <a:t>비밀번호 보관 없음 (Google · Apple · Kakao OAuth). 개인정보 최소 수집.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MeetPod — 친구들의 약속을 더 쉽게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마일스톤 (예상)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맑은 고딕"/>
              </a:rPr>
              <a:t>MVP 우선, 단계적 확장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82880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Phase 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1828800" cy="3200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맑은 고딕"/>
              </a:rPr>
              <a:t>설계 확정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15544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</a:rPr>
              <a:t>스펙 · 데이터 모델 · RLS 정책 확정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554480"/>
            <a:ext cx="182880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06040" y="16733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Phase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2057400"/>
            <a:ext cx="1828800" cy="3200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0" y="219456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맑은 고딕"/>
              </a:rPr>
              <a:t>인증 + 그룹/친구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926080"/>
            <a:ext cx="15544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</a:rPr>
              <a:t>소셜 로그인 · 초대 · 그룹 관리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1554480"/>
            <a:ext cx="182880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16733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Phase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2057400"/>
            <a:ext cx="1828800" cy="3200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720" y="219456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맑은 고딕"/>
              </a:rPr>
              <a:t>약속 + 알림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926080"/>
            <a:ext cx="15544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</a:rPr>
              <a:t>약속 CRUD · 개인 알림 · 푸시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1554480"/>
            <a:ext cx="1828800" cy="50292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16733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Phase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057400"/>
            <a:ext cx="1828800" cy="3200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219456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맑은 고딕"/>
              </a:rPr>
              <a:t>채팅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26080"/>
            <a:ext cx="15544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</a:rPr>
              <a:t>그룹/약속 채팅 · 이미지 · 장소 카드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554480"/>
            <a:ext cx="182880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16733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Phase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2057400"/>
            <a:ext cx="1828800" cy="3200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66760" y="219456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맑은 고딕"/>
              </a:rPr>
              <a:t>위치 공유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926080"/>
            <a:ext cx="15544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</a:rPr>
              <a:t>백그라운드 트래커 · 지도 · Realtime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04120" y="1554480"/>
            <a:ext cx="182880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04120" y="16733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Phase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04120" y="2057400"/>
            <a:ext cx="1828800" cy="3200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41280" y="219456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맑은 고딕"/>
              </a:rPr>
              <a:t>베타 테스트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2926080"/>
            <a:ext cx="15544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</a:rPr>
              <a:t>내부 dogfooding → 친구 그룹 클로즈드 베타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65099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맑은 고딕"/>
              </a:rPr>
              <a:t>각 Phase는 독립 배포 가능 단위. 일정은 설계 검토 후 implementation plan에서 확정.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MeetPod — 친구들의 약속을 더 쉽게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다음 단계 &amp; 논의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맑은 고딕"/>
              </a:rPr>
              <a:t>함께 정해야 할 것들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303520" cy="43891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303520" cy="548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8191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✅  다음 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1F2937"/>
                </a:solidFill>
                <a:latin typeface="맑은 고딕"/>
              </a:rPr>
              <a:t>•  스펙 문서 리뷰 및 피드백 수렴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F2937"/>
                </a:solidFill>
                <a:latin typeface="맑은 고딕"/>
              </a:rPr>
              <a:t>•  Implementation plan 작성 (Phase별 태스크)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F2937"/>
                </a:solidFill>
                <a:latin typeface="맑은 고딕"/>
              </a:rPr>
              <a:t>•  Supabase 신규 프로젝트 생성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F2937"/>
                </a:solidFill>
                <a:latin typeface="맑은 고딕"/>
              </a:rPr>
              <a:t>•  Phase 1 (인증 + 그룹) 착수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F2937"/>
                </a:solidFill>
                <a:latin typeface="맑은 고딕"/>
              </a:rPr>
              <a:t>•  내부 dogfooding 그룹 모집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303520" cy="43891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303520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58191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💬  논의가 필요해요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1F2937"/>
                </a:solidFill>
                <a:latin typeface="맑은 고딕"/>
              </a:rPr>
              <a:t>•  브랜드 톤 / 로고 방향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F2937"/>
                </a:solidFill>
                <a:latin typeface="맑은 고딕"/>
              </a:rPr>
              <a:t>•  베타 테스트 대상 그룹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F2937"/>
                </a:solidFill>
                <a:latin typeface="맑은 고딕"/>
              </a:rPr>
              <a:t>•  푸시 알림 빈도/문구 가이드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F2937"/>
                </a:solidFill>
                <a:latin typeface="맑은 고딕"/>
              </a:rPr>
              <a:t>•  iOS '항상 허용' 거부 시 UX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F2937"/>
                </a:solidFill>
                <a:latin typeface="맑은 고딕"/>
              </a:rPr>
              <a:t>•  출시 후 운영 체계 (이슈 트래킹)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</a:rPr>
              <a:t>스펙 문서: MeetPod/docs/superpowers/specs/2026-05-02-meetpod-mvp-design.md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</a:rPr>
              <a:t>MeetPod — 친구들의 약속을 더 쉽게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880</Words>
  <Application>Microsoft Office PowerPoint</Application>
  <PresentationFormat>Widescreen</PresentationFormat>
  <Paragraphs>171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Hong Eun Kim</cp:lastModifiedBy>
  <cp:revision>2</cp:revision>
  <dcterms:created xsi:type="dcterms:W3CDTF">2013-01-27T09:14:16Z</dcterms:created>
  <dcterms:modified xsi:type="dcterms:W3CDTF">2026-05-07T01:53:41Z</dcterms:modified>
  <cp:category/>
</cp:coreProperties>
</file>