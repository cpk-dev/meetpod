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00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4170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000" b="1" dirty="0" err="1">
                <a:solidFill>
                  <a:srgbClr val="FFFFFF"/>
                </a:solidFill>
                <a:latin typeface="맑은 고딕"/>
              </a:rPr>
              <a:t>MeetPod</a:t>
            </a:r>
            <a:endParaRPr sz="6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14825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맑은 고딕"/>
              </a:rPr>
              <a:t>사용자 스토리 14선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페르소나로 본 MeetPod 사용 시나리오와 흐름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50292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50292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5029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77439" y="50292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26080" y="5029200"/>
            <a:ext cx="365760" cy="3657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74720" y="50292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2026.05.03  ·  CPKWorks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페르소나 6인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스토리에 등장하는 사용자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64592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87452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28 · 직장인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퇴근 후 친구 모임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8016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28016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50992" y="164592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187452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834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민호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15467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24 · 대학생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동기 모임, 즉흥 약속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128016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3024" y="128016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73184" y="164592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73184" y="187452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834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서연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315467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32 · 워킹맘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육아맘 친구 조율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4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97764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45720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태훈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5215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35 · 동호회장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등산 동호회 12명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97764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0832" y="397764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650992" y="4343400"/>
            <a:ext cx="1097280" cy="10972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50992" y="45720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5532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혜진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85215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22 · 신입생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126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새 친구 사귀는 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3977640"/>
            <a:ext cx="365760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93024" y="397764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73184" y="4343400"/>
            <a:ext cx="1097280" cy="10972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73184" y="45720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5532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맑은 고딕"/>
              </a:rPr>
              <a:t>준영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585215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40 · 자영업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6126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사장님 비정기 회식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 — 퇴근 후 갑작스런 약속 (단발성)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#1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28 · 직장인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금요일 오후 5시. 친구 둘과 갑자기 저녁 약속이 잡혔다.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카톡으로 '7시 강남역' 제안 받음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MeetPod '+ 새 약속' 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3504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8076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1회성 약속 선택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친구 2명 선택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342900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장소: OO식당 (Google Maps)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4612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91840" y="342900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19:00~21:00, 위치공유 20분 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3504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60" y="342900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본인 알림 30분 전 추가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82396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9680" y="342900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저장 → 친구에게 푸시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0" y="4389120"/>
            <a:ext cx="0" cy="27432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920" y="470916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18:40 자동 위치공유 시작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24612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291840" y="470916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18:55 지도에 친구 핀 확인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03504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080760" y="470916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8076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메시지 없이 바로 입장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82396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69680" y="470916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6968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21:00 자동 종료, 채팅 아카이브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'어디야?' 카톡 없이 도착 확인. 종료 시 위치공유 자동 OFF.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2 — 대학 동기 동창회 (그룹 + 약속)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#2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민호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24 · 대학생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학과 동기 15명 단체. 1년 만의 모임.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'대학동기' 그룹 생성 (방장)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초대 링크 → 학과 단톡방 공유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3504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8076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12명 가입 완료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'5/15 동창회' 약속 생성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3429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12명 default, 출장자 1명 해제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4612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91840" y="3429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장소: 홍대 OO술집 (30분 전 공유)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3504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60" y="3429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약속 채팅방 자동 생성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82396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9680" y="3429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당일 더 좋은 가게 발견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0" y="4389120"/>
            <a:ext cx="0" cy="27432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920" y="47091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장소 카드로 채팅 공유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24612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291840" y="47091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민호가 약속 편집 → 변경 푸시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03504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080760" y="47091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8076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지도로 도착 현황 한눈에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82396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69680" y="470916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6968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종료 후 그룹 채팅에서 '다음은?'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큰 그룹 조율 + 장소 변경 푸시 + 그룹/약속 채팅 분리.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3 — 장소가 공사 중 (실시간 변경)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#3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32 · 워킹맘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육아맘 친구 3명과 평일 낮 카페 약속.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일주일 전 약속 생성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당일 11:30 위치공유 자동 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3504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8076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한 친구 도착 → 공사 중 발견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채팅에 상황 + 옆 카페 장소 카드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342900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서연이 약속 편집 → 새 카페로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4612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91840" y="342900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다른 멤버 푸시 + 핀 자동 업데이트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3504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60" y="342900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모두 새 카페로 이동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82396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9680" y="342900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위치공유 덕에 '5분 뒤 도착' 채팅 불필요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실시간 장소 변경, 채팅 장소 카드, Realtime 핀 업데이트.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4 — 등산 동호회 산행 (위치 공유의 진가)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#4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태훈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35 · 동호회장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12명 등산 동호회. 토요일 새벽 산행.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'OO산악회' 그룹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부회장에게 admin 위임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3504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8076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토 06:00~14:00 약속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위치공유 60분 전으로 변경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342900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새벽 5시 멤버 자동 트래킹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4612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91840" y="342900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06:00 11명 도착, 1명 30분 거리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3504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60" y="342900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채팅에 '먼저 출발' 공지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82396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9680" y="342900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산행 중 한 명 컨디션 난조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0" y="4389120"/>
            <a:ext cx="0" cy="27432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920" y="470916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조기 하산 채팅 알림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24612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291840" y="470916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지도에서 위치 확인 가능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03504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080760" y="470916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8076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14:00 종료, 채팅 아카이브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82396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69680" y="470916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6968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그룹 채팅에서 사진 공유 + 다음 약속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다인원 위치 가시성 + 안전 + owner/admin 권한 분리.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5 — 친구가 길을 잃음 (안전)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#5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28 · 직장인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처음 가는 동네에서 만나기로 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약속 시간 10분 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지수 도착, 친구 미도착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카톡 대신 지도 확인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친구가 반대편 골목에 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채팅에 '큰길로 나와 오른쪽'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본인 장소 다시 카드로 공유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03020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9596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3959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친구 5분 후 도착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17904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54990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554480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5448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362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전화 없이 해결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전화 안 하고도 길 안내. 일상의 작은 마찰 제거.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6 — 신입생 첫 가입 (온보딩)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혜진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22 · 신입생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대학 신입생. 친구가 MeetPod 추천.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친구가 카톡으로 초대 링크 전송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9184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링크 탭 → 앱스토어 → 설치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3504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8076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Kakao 로그인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10312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6888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@hyejin22 핸들 입력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920" y="342900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푸시 권한 허용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4612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91840" y="342900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친구 신청 자동 수락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03504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0760" y="342900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신입생 환영회 약속 자동 초대 확인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4108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823960" y="338328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9680" y="342900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344728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7490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참여 자동 + 알림 1시간 전 설정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0" y="4389120"/>
            <a:ext cx="0" cy="27432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920" y="470916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당일 위치공유 권한 '항상 허용'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0"/>
            <a:ext cx="18288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246120" y="4663440"/>
            <a:ext cx="26060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291840" y="470916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0" y="47274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50292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맑은 고딕"/>
              </a:rPr>
              <a:t>약속 시간에 자동 트래킹 시작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가입~첫 약속 참여까지 마찰 최소화. 막히는 곳 없음.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7 — 사장님 비정기 회식 (다중 그룹)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#7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준영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40 · 자영업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지역상인회 + 동종업종 사장님 그룹 운영.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그룹: 상인회(25명) + 치킨집(8명)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상인회 일부 8명만 회식 약속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멤버 picker 25명 → 17명 해제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약속 채팅방 별도 생성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그룹 상시 채팅 조용히 유지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날 치킨집 회의 약속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03020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9596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3959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두 약속 홈에 시간 순 정렬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179040" y="0"/>
            <a:ext cx="32004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54990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5544800" y="214884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5448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362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각 약속 알림 분리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그룹 부분 모임 + 약속별 채팅으로 단톡 보호.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8 — 약속 취소 / 노쇼 (예외)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28 · 직장인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약속 1시간 전, 한 명이 갑자기 못 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지수가 채팅에 '못 가게 됐어'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만든 친구가 약속 편집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멤버에서 지수 제거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지수 약속 목록에서 사라짐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지수 위치공유 자동 시작 안 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[전체 취소 시] 상태 'cancelled'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03020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9596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3959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참여자에게 취소 푸시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179040" y="0"/>
            <a:ext cx="320040" cy="0"/>
          </a:xfrm>
          <a:prstGeom prst="line">
            <a:avLst/>
          </a:prstGeom>
          <a:ln w="3175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54990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5544800" y="214884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5448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362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 즉시 아카이브, 위치공유 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부분 이탈 vs 전체 취소 분리. 위치공유 안전 처리.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9 — 위치 공유 거부 (프라이버시)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#9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32 · 워킹맘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약속에는 가지만 위치 공유는 하기 싫음.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약속 상세 화면 진입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본인 토글: '내 위치 공유 안 함' 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본인 위치공유 시작 안 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멤버 지도에 본인 핀 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사람 위치는 수신 가능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약속별 설정, 다음 약속 영향 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위치공유는 강제 아닌 선택. 친구 신뢰 기반.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10 — 그룹 방장 위임 / 탈퇴 (관리)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#10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태훈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35 · 동호회장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동호회를 다른 사람에게 넘기고 탈퇴.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멤버 화면 → 부회장 선택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'방장 위임' 탭 +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부회장 owner 승격, 태훈 admin 강등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본인 '그룹 나가기' 탭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그룹에서 제거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진행 중 약속에서 자동 제외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030200" y="0"/>
            <a:ext cx="320040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95960" y="21488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3959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새 owner가 그룹 운영 지속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방장 권한 안전 이전. owner 부재 방지.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11 — 약속 종료 후 채팅 (사후 정리)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#11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민호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24 · 대학생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약속 끝났지만 사진 공유 등 사후 대화 필요.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종료 시각 도달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채팅방 자동 아카이브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'지난 약속' 섹션으로 이동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진입/송수신 가능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민호가 사진 공유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참여자 수신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03020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39596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3959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위치공유는 종료 상태 유지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179040" y="0"/>
            <a:ext cx="320040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54990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5544800" y="214884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5448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362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24시간 후 위치 핑 자동 삭제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사후 정리 가능 + 화면은 깔끔하게 분리.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12 — 메시지 편집 /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#12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혜진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22 · 신입생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채팅에 잘못된 정보 보냄.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본인 메시지 길게 누름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메뉴: 편집 / 삭제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[편집] 텍스트 수정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edited_at 표시 노출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[삭제] soft delete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EC48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멤버에게 '삭제된 메시지' 표시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실수 복구 + 투명한 편집 표시.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13 — 푸시 알림 다양한 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사용자에게 도달하는 알림 7가지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124712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2471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알림은 너무 많지도 적지도 않게. 각 케이스별 문구 가이드.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124712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7510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933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새 약속 초대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1168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'지수님이 ′강남역 저녁′에 초대했어요 (오늘 19:00)'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96312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✏️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6090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약속 정보 변경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67919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'약속 장소가 ′OO식당′으로 변경되었어요'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63824"/>
            <a:ext cx="1124712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1012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2841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약속 취소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34670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'오늘 19:00 약속이 취소되었어요'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31336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959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본인 설정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01421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'약속 30분 전이에요 — 강남역 저녁'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98848"/>
            <a:ext cx="1124712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6451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634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위치공유 시작 임박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68172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'20분 뒤 위치 공유가 시작돼요. 끄려면 약속 화면에서 토글'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66360"/>
            <a:ext cx="11247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126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309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그룹 초대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349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'민호님이 ′대학동기′ 그룹에 초대했어요'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33872"/>
            <a:ext cx="1124712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8017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99846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새 채팅 메시지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60167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(포그라운드 외) 사용자별 ON/OFF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14 — 해외 여행 / 시차 (엣지)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페르소나 시나리오 #14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2471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28 · 직장인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78992"/>
            <a:ext cx="6858000" cy="502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1978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💡 상황: 친구가 일본 여행 중인데 한국 약속을 잡아둠.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약속은 한국 시간 (KST) 저장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0"/>
            <a:ext cx="320040" cy="0"/>
          </a:xfrm>
          <a:prstGeom prst="line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0604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일본 친구 모바일은 JST로 표시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40" y="0"/>
            <a:ext cx="320040" cy="0"/>
          </a:xfrm>
          <a:prstGeom prst="line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0060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위치공유 시작 시각 정확히 동기화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0"/>
            <a:ext cx="320040" cy="0"/>
          </a:xfrm>
          <a:prstGeom prst="line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944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친구가 한국에 없으면 핀이 의미 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0"/>
            <a:ext cx="320040" cy="0"/>
          </a:xfrm>
          <a:prstGeom prst="line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다른 멤버에게 '○○님 1500km 떨어짐' 안내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0"/>
            <a:ext cx="320040" cy="0"/>
          </a:xfrm>
          <a:prstGeom prst="line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1201400" y="21031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47120" y="21488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47120" y="21671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251460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맑은 고딕"/>
              </a:rPr>
              <a:t>거리/시차 안내는 Phase 2 후속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가치: Timezone 정확성 + 원거리 멤버 부드러운 안내.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스토리 → MVP Phase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맑은 고딕"/>
              </a:rPr>
              <a:t>구현 순서로 본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28600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1: 인증 + 그룹/친구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286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219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6 신입생 온보딩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974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7 다중 그룹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9184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10 방장 위임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7208" y="1280160"/>
            <a:ext cx="2286000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44368" y="14447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2: 약속 + 알림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1920240"/>
            <a:ext cx="2286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44368" y="210312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35808" y="22219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 단발 약속(생성 부분)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26974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35808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8 약속 취소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329184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35808" y="34107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13 푸시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7216" y="1280160"/>
            <a:ext cx="228600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94376" y="14447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3: 채팅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57216" y="1920240"/>
            <a:ext cx="2286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94376" y="210312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85816" y="22219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2 동창회(채팅)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94376" y="26974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85816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3 장소 변경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94376" y="329184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85816" y="34107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11 사후 정리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94376" y="388620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85816" y="40050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12 편집/삭제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07224" y="1280160"/>
            <a:ext cx="228600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44384" y="14447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4: 위치 공유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07224" y="1920240"/>
            <a:ext cx="2286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44384" y="210312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35824" y="22219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 단발 약속(공유 부분)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44384" y="269748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2816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 산행 안전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44384" y="329184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35824" y="34107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5 길 안내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44384" y="388620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35824" y="40050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9 위치 거부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57232" y="1280160"/>
            <a:ext cx="2286000" cy="640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94392" y="14447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5+: 후속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7232" y="1920240"/>
            <a:ext cx="2286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994392" y="210312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85832" y="222199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14 시차 안내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60720"/>
            <a:ext cx="1124712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9253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각 Phase는 독립 배포 가능. 스토리 단위로 QA 테스트 케이스 도출.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MeetPod — 사용자 스토리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1688</Words>
  <Application>Microsoft Office PowerPoint</Application>
  <PresentationFormat>Widescreen</PresentationFormat>
  <Paragraphs>422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Hong Eun Kim</dc:creator>
  <cp:keywords/>
  <dc:description>generated using python-pptx</dc:description>
  <cp:lastModifiedBy>Hong Eun Kim</cp:lastModifiedBy>
  <cp:revision>3</cp:revision>
  <dcterms:created xsi:type="dcterms:W3CDTF">2013-01-27T09:14:16Z</dcterms:created>
  <dcterms:modified xsi:type="dcterms:W3CDTF">2026-05-03T20:31:16Z</dcterms:modified>
  <cp:category/>
</cp:coreProperties>
</file>